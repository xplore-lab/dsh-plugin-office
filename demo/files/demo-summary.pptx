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937"/>
                </a:solidFill>
              </a:rPr>
              <a:t>Postbird 零配置演示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从一句话到真实文件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已完成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7498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读取 6 行数据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生成部门汇总表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生成 6 份通知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2026-09-06T17:06:46Z</dcterms:created>
  <dcterms:modified xsi:type="dcterms:W3CDTF">2026-09-06T17:06:46Z</dcterms:modified>
</cp:coreProperties>
</file>